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e9c19760804f5a" /><Relationship Type="http://schemas.openxmlformats.org/officeDocument/2006/relationships/extended-properties" Target="/docProps/app.xml" Id="R9e4ed73a7a88424a" /><Relationship Type="http://schemas.openxmlformats.org/officeDocument/2006/relationships/officeDocument" Target="/ppt/presentation.xml" Id="R30375b5ed6d844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ec7326848480c"/>
  </p:sldMasterIdLst>
  <p:notesMasterIdLst>
    <p:notesMasterId xmlns:r="http://schemas.openxmlformats.org/officeDocument/2006/relationships" r:id="Ra5aba7a846994a1f"/>
  </p:notesMasterIdLst>
  <p:sldIdLst>
    <p:sldId xmlns:r="http://schemas.openxmlformats.org/officeDocument/2006/relationships" id="256" r:id="R63f37889b84e4ac3"/>
    <p:sldId xmlns:r="http://schemas.openxmlformats.org/officeDocument/2006/relationships" id="257" r:id="R901912dba3df4ed4"/>
    <p:sldId xmlns:r="http://schemas.openxmlformats.org/officeDocument/2006/relationships" id="258" r:id="Rc0ddf4a511d5470e"/>
    <p:sldId xmlns:r="http://schemas.openxmlformats.org/officeDocument/2006/relationships" id="259" r:id="Rc893170195cc4b08"/>
    <p:sldId xmlns:r="http://schemas.openxmlformats.org/officeDocument/2006/relationships" id="260" r:id="R7028613cf03e437a"/>
    <p:sldId xmlns:r="http://schemas.openxmlformats.org/officeDocument/2006/relationships" id="261" r:id="Rfa3b751023394931"/>
    <p:sldId xmlns:r="http://schemas.openxmlformats.org/officeDocument/2006/relationships" id="262" r:id="R9e2a9ad819ea44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4c73e4b47f434e" /><Relationship Type="http://schemas.openxmlformats.org/officeDocument/2006/relationships/slideMaster" Target="/ppt/slideMasters/slideMaster1.xml" Id="Rd26ec7326848480c" /><Relationship Type="http://schemas.openxmlformats.org/officeDocument/2006/relationships/notesMaster" Target="/ppt/notesMasters/notesMaster1.xml" Id="Ra5aba7a846994a1f" /><Relationship Type="http://schemas.openxmlformats.org/officeDocument/2006/relationships/presProps" Target="/ppt/presProps.xml" Id="R024eb5ce9c8a42cf" /><Relationship Type="http://schemas.openxmlformats.org/officeDocument/2006/relationships/tableStyles" Target="/ppt/tableStyles.xml" Id="R2c502fc9b8ba451d" /><Relationship Type="http://schemas.openxmlformats.org/officeDocument/2006/relationships/slide" Target="/ppt/slides/slide1.xml" Id="R63f37889b84e4ac3" /><Relationship Type="http://schemas.openxmlformats.org/officeDocument/2006/relationships/slide" Target="/ppt/slides/slide2.xml" Id="R901912dba3df4ed4" /><Relationship Type="http://schemas.openxmlformats.org/officeDocument/2006/relationships/slide" Target="/ppt/slides/slide3.xml" Id="Rc0ddf4a511d5470e" /><Relationship Type="http://schemas.openxmlformats.org/officeDocument/2006/relationships/slide" Target="/ppt/slides/slide4.xml" Id="Rc893170195cc4b08" /><Relationship Type="http://schemas.openxmlformats.org/officeDocument/2006/relationships/slide" Target="/ppt/slides/slide5.xml" Id="R7028613cf03e437a" /><Relationship Type="http://schemas.openxmlformats.org/officeDocument/2006/relationships/slide" Target="/ppt/slides/slide6.xml" Id="Rfa3b751023394931" /><Relationship Type="http://schemas.openxmlformats.org/officeDocument/2006/relationships/slide" Target="/ppt/slides/slide7.xml" Id="R9e2a9ad819ea44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e0ccf44a248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303587f6f64156" /><Relationship Type="http://schemas.openxmlformats.org/officeDocument/2006/relationships/notesMaster" Target="/ppt/notesMasters/notesMaster1.xml" Id="R988e253780d341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49dfe9f0a4d08" /><Relationship Type="http://schemas.openxmlformats.org/officeDocument/2006/relationships/notesMaster" Target="/ppt/notesMasters/notesMaster1.xml" Id="R1a9acbb705bd4a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5833501464d0f" /><Relationship Type="http://schemas.openxmlformats.org/officeDocument/2006/relationships/notesMaster" Target="/ppt/notesMasters/notesMaster1.xml" Id="Rc1ff31a5ce5a40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5bf34aed44737" /><Relationship Type="http://schemas.openxmlformats.org/officeDocument/2006/relationships/notesMaster" Target="/ppt/notesMasters/notesMaster1.xml" Id="Rb9a8c11a1fd8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ca691589654a58" /><Relationship Type="http://schemas.openxmlformats.org/officeDocument/2006/relationships/notesMaster" Target="/ppt/notesMasters/notesMaster1.xml" Id="Re99e28c0561d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666b95a2a4bdb" /><Relationship Type="http://schemas.openxmlformats.org/officeDocument/2006/relationships/notesMaster" Target="/ppt/notesMasters/notesMaster1.xml" Id="R22a634e89ea64a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01c87bbbaf4886" /><Relationship Type="http://schemas.openxmlformats.org/officeDocument/2006/relationships/notesMaster" Target="/ppt/notesMasters/notesMaster1.xml" Id="R98e66022c1a3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counterparties, economics, dates, authorities and recommendations are HYPOTHESIS / TBD WITH CLIENT or SYNTHETIC / DEMO DATA. This pack is not legal advice and does not authorize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confirm which deltas are accepted facts, which are proposals, and which still need written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assign an owner and authority route to every high-priority open issue.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select preferred / counter / fallback boundary and name the authorized messenger.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accept, mitigate, transfer, avoid or defer each material residual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choose the outcome and state every condition, owner and expiry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decision: record the chosen path, authority evidence, authorized message, owners, dates and next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440965cb348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e46747b4994bb1" /><Relationship Type="http://schemas.openxmlformats.org/officeDocument/2006/relationships/slideLayout" Target="/ppt/slideLayouts/slideLayout1.xml" Id="Rf5ab3a48906146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b3a489061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66e60a5af48b3" /><Relationship Type="http://schemas.openxmlformats.org/officeDocument/2006/relationships/notesSlide" Target="/ppt/notesSlides/notesSlide1.xml" Id="R39e8971c799c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9d5aa8b8a45b1" /><Relationship Type="http://schemas.openxmlformats.org/officeDocument/2006/relationships/notesSlide" Target="/ppt/notesSlides/notesSlide2.xml" Id="Ra2c05c67d6f442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db7eadf824771" /><Relationship Type="http://schemas.openxmlformats.org/officeDocument/2006/relationships/notesSlide" Target="/ppt/notesSlides/notesSlide3.xml" Id="Rfcaa5f3b34c6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46bf40ae042bb" /><Relationship Type="http://schemas.openxmlformats.org/officeDocument/2006/relationships/notesSlide" Target="/ppt/notesSlides/notesSlide4.xml" Id="R8e6839d6138642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3f071c9d34c85" /><Relationship Type="http://schemas.openxmlformats.org/officeDocument/2006/relationships/notesSlide" Target="/ppt/notesSlides/notesSlide5.xml" Id="R127c933cd7d847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7614a4ef84392" /><Relationship Type="http://schemas.openxmlformats.org/officeDocument/2006/relationships/notesSlide" Target="/ppt/notesSlides/notesSlide6.xml" Id="R13557a606c45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c36d1f53f4116" /><Relationship Type="http://schemas.openxmlformats.org/officeDocument/2006/relationships/notesSlide" Target="/ppt/notesSlides/notesSlide7.xml" Id="R0e3cee063c1d4f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C99FC-0257-41C9-937B-BF138606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EB59-D950-45B0-B096-857B5D63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8B70C-5E64-4061-914A-EFD3EAFF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rPr>
              <a:t>OPTIMUM / 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653C1-E1C4-4E18-8F24-42741815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 bounded decision is needed before terms or alternatives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D3FB1-2C9E-45C8-877E-25AAA0EC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rPr>
              <a:t>Negotiation decision pack | internal client decision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FAF64-43F6-4D3F-970C-FB84DEC2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6CCDC-8D19-4B0B-BA43-A60DBE40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60DA8-DC01-4129-A08A-00615369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D11CE-9281-42C8-AA38-2753CBDF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SCENARIOS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E11D7-4E30-4EAC-A164-5C3E8FAC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B9072-09E1-4F5B-8EE4-EA163F44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8145E-8FA2-4FBB-8ED5-EB2567AA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BE682-0934-4099-9E35-5234717A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5D8F8-BF59-4E60-A7F4-3CD09E49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rPr>
              <a:t>PRE-KICKOFF DRAFT · 2026-09-27</a:t>
            </a:r>
          </a:p>
        </p:txBody>
      </p:sp>
    </p:spTree>
    <p:extLst>
      <p:ext uri="{BB962C8B-B14F-4D97-AF65-F5344CB8AC3E}">
        <p14:creationId xmlns:p14="http://schemas.microsoft.com/office/powerpoint/2010/main" val="1654061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ED8D1-CE1C-4A30-9E1B-65FC8581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The demo package has moved, but evidence and protection gaps remain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47C0F-964B-4B1D-A51A-FDA5E458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MATERIAL DELTA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82BF7-7525-40AB-A378-B7950A04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3EB24-D0D4-47B0-A1E9-60A87614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7F134-93C9-44E9-993E-7402AE75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3EEF0-E9FD-4166-8E1D-C14C5B57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573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A9A77-3AA8-4289-96C0-2C2E9C2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Latest demo 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2C17A-0112-404A-A7BE-0AC7468D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57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Decision implication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A6132-C4F1-442D-A552-42E9368A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18193-A577-43D1-853C-9D73E987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098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Volume /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4A0A4-CF10-4983-AC8E-B3D9148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098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Schedule promised; not evidenced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348EF-9990-4DF6-84BE-8876DBEC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098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Condition preferred status on dated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73E49-F333-49A9-9224-DD6C4850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25FC2-61E0-4D27-A3F9-C0E09054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099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Delivery / COD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3B4D7-9B6C-4390-9811-7F450FCB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099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Longstop discussed; remedy 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7F491-5F1C-4C56-8FEA-A38BE4C0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099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Counter with remedy ladder and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E64AD-988B-4C7A-8DCD-89085644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6EF79-DDDA-4954-ACF8-B6C8B777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997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BD9E4-26E6-42D6-9156-7E873DFD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997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Transfer concept improved; replacement 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3A372-4B32-4272-A898-5824F3FC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0997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Require validity, timing and replacement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BC810-9F39-476A-B17D-B01ADEF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278B0-0431-4A7A-8AA5-40EFBC7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0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Price / index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2D7ED-EDAA-46A6-8497-5FF44880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100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Index clearer; cap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7B75AC-6F27-44B3-A7B8-08C472FD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100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Model bounded pass-through scenarios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7BE1A5-8F8A-4BEF-98D1-C65770A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Do not convert discussion language into an agreed term; use the controlled issue tracker and final documents.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18DDA-6928-4CF7-8BA8-06FC7298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No client-specific facts asserted</a:t>
            </a:r>
          </a:p>
        </p:txBody>
      </p:sp>
    </p:spTree>
    <p:extLst>
      <p:ext uri="{BB962C8B-B14F-4D97-AF65-F5344CB8AC3E}">
        <p14:creationId xmlns:p14="http://schemas.microsoft.com/office/powerpoint/2010/main" val="175504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D320F-6F7E-4B49-9BCC-D885E8E4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Remaining issues differ in value, risk and approval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1415E-FD5A-41BF-A5F5-C75226FC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OPEN-ISSUE HEATMAP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8EC3B-811B-4522-B645-F68495CE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B0FB4-5B09-41A2-AFA9-B73A6F29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B6314-D3B1-4510-A6C0-31983367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E86B1-9941-47CB-B575-4A9E2FC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573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BCDA7-9E9A-4A3B-A167-E8B7BDAD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573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Priority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81063-05AC-43FA-9088-00640DF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573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D8EA3-1B70-4951-8BFA-340CC126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573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Approval / next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ED43A-90DB-4376-A95B-F6C6D3D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EE539-ABBC-47B4-BCB7-75AB0AA9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Allocation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6C31A-5559-4FB0-A9C8-79EB89CE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982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EDF7D-3C14-40EA-B4A5-AECB52FF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098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Coverage / claim integrity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CCF2D-C6C1-4C54-98B7-40D07A8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98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Risk condition or exclusion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E6764-89CD-465C-92D9-F7BE3860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02FC4-62DC-44B3-817C-C5637DB0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Delay remedy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2A6BF-2E48-4F30-A6D7-37C7B751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099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749F6-3921-4416-B16B-6045637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Bridge cost / start 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79D82-EE52-4422-B4AF-20138AE9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Commercial + risk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750B5-DF4D-4C3C-999F-1BB66CC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177A4-3BA8-4F47-B62C-EE65EAB8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 replacement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950D4-77CF-460F-9179-0CEE43DC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0997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DA9FB-9E3D-4171-A7A5-43B6FE8F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099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RE100 claim validity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94B38-EE11-44A3-ABF5-B831E27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997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Policy + legal + risk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09EF8D-3FA1-4D93-AA9D-0E38114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37777-2ED2-4155-9834-3635FC1B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Price cap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F8912-A359-4F71-B6AF-AEDFC6FA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2BF62-5511-4A5D-A3B7-6D31649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100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Budget volatility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D5C64-535C-45FB-9C3C-11ACD1AB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Budget authority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0B944-0896-45B9-939B-37544C0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Priority is not the same as sequence: resolve the items that control authority and value first.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86DCED-16CA-4521-BBBE-B56510D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Positions are demo only</a:t>
            </a:r>
          </a:p>
        </p:txBody>
      </p:sp>
    </p:spTree>
    <p:extLst>
      <p:ext uri="{BB962C8B-B14F-4D97-AF65-F5344CB8AC3E}">
        <p14:creationId xmlns:p14="http://schemas.microsoft.com/office/powerpoint/2010/main" val="206943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3010D-D012-4524-98F3-7A84221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Three scenarios expose cost, timing and risk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E3434-CDD1-4A72-9409-5A4FF0B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SCENARIO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B30E4-52B9-4B98-85D1-5C47F65D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34FE-A7D7-4C76-A45C-A8BEFF0D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F9638-016C-45F1-8C2E-067B1DF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9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9F5A4-02FD-48E1-B37B-B0F8C18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C809E-D53B-4136-80AB-C969D7C0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PREFERRED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A34A1-87A2-4BD6-98FF-89FF6DD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11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Target terms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No unresolved pass-through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Evidence conditions closed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Value: calculate with client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AEDFD-6545-4079-91CE-6A0518C0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790700"/>
            <a:ext cx="349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1AE82-718C-4C9F-97C2-F7871FC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79070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D646B-63FF-40CB-95A5-E633BEE3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05740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3151A-204D-4066-A9F2-59B9ADA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724150"/>
            <a:ext cx="311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Limited bounded movement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Explicit give / get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Cap, remedy and evidence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Authority expires by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9B7F3-1D91-48D1-93F7-409BDD8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790700"/>
            <a:ext cx="349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0B7A1-2AE6-4178-BF9F-F061EF5F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79070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43FB9-398C-46AF-969B-F76586A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5740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FB784-34B0-4949-BBC5-6FB9419E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24150"/>
            <a:ext cx="311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Retain alternate / bridge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Known trigger and validity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Avoid forced acceptance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Cost and gap quantified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5A6CE-9655-4FF4-B4C9-5F863BA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Workbook values are synthetic. The decision is the acceptable boundary, not the demo number.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EDCF1-3B88-4642-9D25-D3F82400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draft | Finance validation required</a:t>
            </a:r>
          </a:p>
        </p:txBody>
      </p:sp>
    </p:spTree>
    <p:extLst>
      <p:ext uri="{BB962C8B-B14F-4D97-AF65-F5344CB8AC3E}">
        <p14:creationId xmlns:p14="http://schemas.microsoft.com/office/powerpoint/2010/main" val="1320623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67EB5-552F-491F-BC1A-72AF24E2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Residual risk acceptance must name the accountable approver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0D8D9-FE61-4D60-8CFA-08164FB1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RISK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9A8E3-4156-48B9-AEA0-0F036515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0B8B6-10CF-46C3-8618-D27D199D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87EB5-4AA8-49CC-B5BC-8B54CD1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F93E0-3A0D-4BA7-8DE8-4140DC2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E0102-C881-4B23-A3B6-689DED1D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D5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C1EF2-0027-4CB7-8A24-01F0087C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93FE3-E776-429B-8268-0590B7F5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Never imply acceptance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656D8-ACAE-4EE1-9976-8AD60ED7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Required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E3487-1513-4D61-8544-157E0C22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Unverified allocation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Unremedied delay exposure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Invalid / late certificate risk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Unbounded index or pass-through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Missing document /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EBC6E-02B6-4992-9D21-6593AD34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Risk event and evidence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Likelihood / impact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Mitigation or condition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Named risk acceptor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Authority evidence +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C66C5-DA68-401D-8766-ABBA1BD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Silence, meeting attendance or a model score is not risk acceptance.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8987D-9CDC-407D-B270-06EA6D72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Legal advice remains separate</a:t>
            </a:r>
          </a:p>
        </p:txBody>
      </p:sp>
    </p:spTree>
    <p:extLst>
      <p:ext uri="{BB962C8B-B14F-4D97-AF65-F5344CB8AC3E}">
        <p14:creationId xmlns:p14="http://schemas.microsoft.com/office/powerpoint/2010/main" val="12943406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5E92A-E373-4134-92A9-8742CF18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Advance only with conditions and a signing-readiness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8C091-BCED-4392-A155-7CA61AE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0B5CB-8461-4695-9B0A-CB307B6D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F2867-85F7-426C-8C94-00A4F7B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21DB3-C619-4E80-9343-01BFE4CC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51C38-3CAA-49C4-8990-5AC23E75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29DFF-D124-4935-8041-B2567203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6A76A-DE8F-4516-B9F1-CFA637C3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CCFF6-07CA-49B8-895A-AD604E7B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Conditional recommendation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C601C-E7AF-4248-991B-97DC862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Before G10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E2A39-00E9-41C9-AD69-154015AC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Continue / counter — demo only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Keep fallback live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Close high evidence gaps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Bound concessions and expiry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Preserve non-binding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735ED-C973-4370-ACDB-A75C7BE8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Final document set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Approval and signer authority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Commercial issue closure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CP / obligation owners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System, data and BAU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AF0A1-0738-4F8E-B59F-8DF66A0C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Possible outcomes: ACCEPT · COUNTER · CONTINUE · FALLBACK · PAUSE · STOP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BB09D-792D-411B-BD89-4BD652F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draft | Decision authority TBD</a:t>
            </a:r>
          </a:p>
        </p:txBody>
      </p:sp>
    </p:spTree>
    <p:extLst>
      <p:ext uri="{BB962C8B-B14F-4D97-AF65-F5344CB8AC3E}">
        <p14:creationId xmlns:p14="http://schemas.microsoft.com/office/powerpoint/2010/main" val="1115542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D8232-9334-4034-9FCB-8D8438CE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Close with one authorized message, owners and expiry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C82AE-6253-4E57-A12A-AD6A544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41692-BB27-4A6E-BEE7-BF0AE306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07965-4D84-49D4-BBCE-68BF9AF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C355E-5A94-4BC4-A5F4-03D437D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EA0A5-ECB1-4241-A6B2-10D32EC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3832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Record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92992-0966-4278-906A-3524611F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38325"/>
            <a:ext cx="499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Required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5A99A-B681-44EF-A5CB-68CA5A77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383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Accountability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9A14-5642-4C9F-8331-C2AD9D18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241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3993C-F89C-4498-858E-C550FBCB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907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5A157-81E6-4126-A35F-BE3CCCBA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9077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Accept / counter / continue / fallback / pause /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D69DB-6814-4284-B3C2-C0AE5DF9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907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Authorized body — TBD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64F6F-C5CA-4C7F-BAE1-29557A5B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B05CD-D980-4BB8-BF0D-7A5A2A5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908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External 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D60D7-E9E1-4F10-AC60-AD0690F0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908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Exact approved position and non-binding caveat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589E7-001D-4FAD-B957-A9848BB5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908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Negotiation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403A2-50E5-4217-9E42-E19BC7F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32FF1-2CB9-43E5-86E7-A17F5031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909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16F73-A653-43D1-B6E2-AC593940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9092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Evidence, clauses, approvals and CPs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6C23-A745-452E-99EC-E54DAD5C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909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Named issue owners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2D289-B38C-4039-96F8-A6F69EA0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2432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4BD6A-809A-408B-B9DD-7AA335C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910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Expiry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55B2E-01E7-4A86-86AC-4CADD6DC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910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Offer, mandate and fallback validity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587FB-1CAD-4F00-A562-6AABC830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910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Project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21C7F-7FF4-4678-88AA-5F667E7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244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BD0E7-9C71-46CE-80BF-503FA17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7910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Next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AF376-3C24-4FAE-997E-34C896EF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9107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G10 signing readiness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2277A-4E82-489A-B953-AD24FC3C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910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Legal / Procurement / Implementation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DE3F3-D6AC-425B-A3F1-17264B7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Update the decision log, position tracker, issue tracker and controlled document set within 48 hours.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A718B-EE48-498B-A61D-437253FF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Decision/date remain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807004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2026-09-27T06:00:22.5490000Z</dcterms:created>
  <dcterms:modified xsi:type="dcterms:W3CDTF">2026-09-27T06:00:22.5490000Z</dcterms:modified>
</coreProperties>
</file>